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SUPERSTORE SALES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300000"/>
              </a:lnSpc>
              <a:buNone/>
            </a:pPr>
            <a:r>
              <a:rPr dirty="0"/>
              <a:t>Prepared by: </a:t>
            </a:r>
            <a:r>
              <a:rPr lang="en-US" dirty="0" smtClean="0"/>
              <a:t>Julius </a:t>
            </a:r>
            <a:r>
              <a:rPr lang="en-US" dirty="0" err="1"/>
              <a:t>M</a:t>
            </a:r>
            <a:r>
              <a:rPr lang="en-US" dirty="0" err="1" smtClean="0"/>
              <a:t>usau</a:t>
            </a:r>
            <a:endParaRPr dirty="0"/>
          </a:p>
          <a:p>
            <a:pPr marL="0" indent="0" algn="ctr">
              <a:lnSpc>
                <a:spcPct val="300000"/>
              </a:lnSpc>
              <a:buNone/>
            </a:pPr>
            <a:r>
              <a:rPr dirty="0" err="1"/>
              <a:t>AnalystLab</a:t>
            </a:r>
            <a:r>
              <a:rPr dirty="0"/>
              <a:t> Africa Internship – Week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generate large volumes of sales data daily. This project analyzes sales performance, profitability, customer behavior, and regional trends to support data-driven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Superstore Sales Dataset</a:t>
            </a:r>
          </a:p>
          <a:p>
            <a:r>
              <a:t>Period: 2014–2017</a:t>
            </a:r>
          </a:p>
          <a:p>
            <a:r>
              <a:t>Fields include Orders, Customers, Products, Categories, Regions, Sales, Profit, Quantity, and Discounts.</a:t>
            </a:r>
          </a:p>
          <a:p>
            <a:r>
              <a:t>Tool Used: Microsoft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$2.30M</a:t>
            </a:r>
          </a:p>
          <a:p>
            <a:r>
              <a:t>Total Profit: $286.40K</a:t>
            </a:r>
          </a:p>
          <a:p>
            <a:r>
              <a:t>Total Orders: 5K</a:t>
            </a:r>
          </a:p>
          <a:p>
            <a:r>
              <a:t>Total Quantity Sold: 38K</a:t>
            </a:r>
          </a:p>
          <a:p>
            <a:r>
              <a:t>Profit Margin: 12.47%</a:t>
            </a:r>
          </a:p>
          <a:p>
            <a:r>
              <a:t>Average Order Value: $458.61</a:t>
            </a:r>
          </a:p>
          <a:p>
            <a:pPr marL="0" indent="0">
              <a:buNone/>
            </a:pPr>
            <a:endParaRPr/>
          </a:p>
        </p:txBody>
      </p:sp>
      <p:pic>
        <p:nvPicPr>
          <p:cNvPr id="4" name="Picture 3" descr="Screenshot 2026-06-26 1326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71820"/>
            <a:ext cx="9112250" cy="8705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Features: Region, Category, Segment and Date filters.</a:t>
            </a:r>
          </a:p>
          <a:p>
            <a:r>
              <a:t>Visuals: Sales Trend, Profit by Region, Sales by Segment, Sales by Category, Top Products and Top Customers.</a:t>
            </a:r>
          </a:p>
          <a:p>
            <a:endParaRPr/>
          </a:p>
          <a:p>
            <a:pPr marL="0" indent="0"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 FULL DASHBOARD</a:t>
            </a:r>
            <a:endParaRPr lang="en-US"/>
          </a:p>
        </p:txBody>
      </p:sp>
      <p:pic>
        <p:nvPicPr>
          <p:cNvPr id="4" name="Content Placeholder 3" descr="Screenshot 2026-06-26 13281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175" y="1600200"/>
            <a:ext cx="8121015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Total sales reached $2.30M while generating $286.4K profit.</a:t>
            </a:r>
          </a:p>
          <a:p>
            <a:r>
              <a:t>2. West region recorded the highest profit.</a:t>
            </a:r>
          </a:p>
          <a:p>
            <a:r>
              <a:t>3. Technology was the top-performing category.</a:t>
            </a:r>
          </a:p>
          <a:p>
            <a:r>
              <a:t>4. Consumer customers contributed over 50% of sales.</a:t>
            </a:r>
          </a:p>
          <a:p>
            <a:r>
              <a:t>5. Sales grew consistently from 2014 to 2017.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investment in Technology products.</a:t>
            </a:r>
          </a:p>
          <a:p>
            <a:r>
              <a:t>Replicate successful strategies from the West region.</a:t>
            </a:r>
          </a:p>
          <a:p>
            <a:r>
              <a:t>Retain high-value customers.</a:t>
            </a:r>
          </a:p>
          <a:p>
            <a:r>
              <a:t>Improve lower-performing regions.</a:t>
            </a:r>
          </a:p>
          <a:p>
            <a:r>
              <a:t>Target Corporate and Home Office segments for growth.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preparation and validation.</a:t>
            </a:r>
          </a:p>
          <a:p>
            <a:r>
              <a:t>KPI selection.</a:t>
            </a:r>
          </a:p>
          <a:p>
            <a:r>
              <a:t>Dashboard design.</a:t>
            </a:r>
          </a:p>
          <a:p>
            <a:r>
              <a:t>Communicating insights effectively.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transformed raw sales data into actionable insights and supports data-driven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SUPERSTORE SALES PERFORMANCE DASHBOARD</vt:lpstr>
      <vt:lpstr>Business Problem</vt:lpstr>
      <vt:lpstr>Dataset Overview</vt:lpstr>
      <vt:lpstr>KPIs Defined</vt:lpstr>
      <vt:lpstr>Dashboard Overview</vt:lpstr>
      <vt:lpstr> FULL DASHBOARD</vt:lpstr>
      <vt:lpstr>Key Insights</vt:lpstr>
      <vt:lpstr>Recommendations</vt:lpstr>
      <vt:lpstr>Challenges Faced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SUPERSTORE SALES PERFORMANCE DASHBOARD</dc:title>
  <dc:creator/>
  <dc:description>generated using python-pptx</dc:description>
  <cp:lastModifiedBy>SAM</cp:lastModifiedBy>
  <cp:revision>4</cp:revision>
  <dcterms:created xsi:type="dcterms:W3CDTF">2013-01-27T09:14:00Z</dcterms:created>
  <dcterms:modified xsi:type="dcterms:W3CDTF">2026-08-10T19:40:14Z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8DC137DC7EEB469486CBBB08024C9659_12</vt:lpwstr>
  </property>
  <property fmtid="{D5CDD505-2E9C-101B-9397-08002B2CF9AE}" pid="3" name="KSOProductBuildVer">
    <vt:lpwstr>1033-12.1.0.26880</vt:lpwstr>
  </property>
</Properties>
</file>